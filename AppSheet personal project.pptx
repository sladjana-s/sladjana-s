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4" r:id="rId5"/>
    <p:sldId id="345" r:id="rId6"/>
    <p:sldId id="357" r:id="rId7"/>
    <p:sldId id="347" r:id="rId8"/>
    <p:sldId id="359" r:id="rId9"/>
    <p:sldId id="348" r:id="rId10"/>
    <p:sldId id="3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0"/>
    <a:srgbClr val="E2E1DF"/>
    <a:srgbClr val="B8BBB0"/>
    <a:srgbClr val="DEE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5928" autoAdjust="0"/>
  </p:normalViewPr>
  <p:slideViewPr>
    <p:cSldViewPr snapToGrid="0">
      <p:cViewPr varScale="1">
        <p:scale>
          <a:sx n="119" d="100"/>
          <a:sy n="119" d="100"/>
        </p:scale>
        <p:origin x="96" y="300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18EB1-FF96-47AA-9A30-F1BFF2FFD1F7}" type="datetimeFigureOut">
              <a:rPr lang="en-US" smtClean="0"/>
              <a:t>19-Jun-26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75FB2-D12E-4669-8522-D3E2C7E6DC9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A361-7934-4769-9B16-8A939698742C}" type="datetimeFigureOut">
              <a:rPr lang="en-US" smtClean="0"/>
              <a:t>19-Jun-26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8E0B9-48E4-499D-93B2-B07D00395BA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261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18E0B9-48E4-499D-93B2-B07D00395BA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57200" indent="0">
              <a:lnSpc>
                <a:spcPct val="125000"/>
              </a:lnSpc>
              <a:buNone/>
              <a:defRPr sz="1600"/>
            </a:lvl2pPr>
            <a:lvl3pPr marL="914400" indent="0">
              <a:lnSpc>
                <a:spcPct val="125000"/>
              </a:lnSpc>
              <a:buNone/>
              <a:defRPr sz="1400"/>
            </a:lvl3pPr>
            <a:lvl4pPr marL="1371600" indent="0">
              <a:lnSpc>
                <a:spcPct val="125000"/>
              </a:lnSpc>
              <a:buNone/>
              <a:defRPr sz="1200"/>
            </a:lvl4pPr>
            <a:lvl5pPr marL="1828800" indent="0">
              <a:lnSpc>
                <a:spcPct val="125000"/>
              </a:lnSpc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anchor="b"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/>
            </a:lvl1pPr>
            <a:lvl2pPr>
              <a:spcBef>
                <a:spcPts val="1000"/>
              </a:spcBef>
              <a:spcAft>
                <a:spcPts val="1200"/>
              </a:spcAft>
              <a:defRPr sz="1600"/>
            </a:lvl2pPr>
            <a:lvl3pPr>
              <a:spcBef>
                <a:spcPts val="1000"/>
              </a:spcBef>
              <a:spcAft>
                <a:spcPts val="1200"/>
              </a:spcAft>
              <a:defRPr sz="1400"/>
            </a:lvl3pPr>
            <a:lvl4pPr>
              <a:spcBef>
                <a:spcPts val="1000"/>
              </a:spcBef>
              <a:spcAft>
                <a:spcPts val="1200"/>
              </a:spcAft>
              <a:defRPr sz="1200"/>
            </a:lvl4pPr>
            <a:lvl5pPr>
              <a:spcBef>
                <a:spcPts val="100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sz="1800" b="1"/>
            </a:lvl1pPr>
            <a:lvl2pPr>
              <a:spcBef>
                <a:spcPts val="1000"/>
              </a:spcBef>
              <a:spcAft>
                <a:spcPts val="1200"/>
              </a:spcAft>
              <a:defRPr sz="1600" b="1"/>
            </a:lvl2pPr>
            <a:lvl3pPr>
              <a:spcBef>
                <a:spcPts val="1000"/>
              </a:spcBef>
              <a:spcAft>
                <a:spcPts val="1200"/>
              </a:spcAft>
              <a:defRPr sz="1400" b="1"/>
            </a:lvl3pPr>
            <a:lvl4pPr>
              <a:spcBef>
                <a:spcPts val="1000"/>
              </a:spcBef>
              <a:spcAft>
                <a:spcPts val="1200"/>
              </a:spcAft>
              <a:defRPr sz="1200" b="1"/>
            </a:lvl4pPr>
            <a:lvl5pPr>
              <a:spcBef>
                <a:spcPts val="1000"/>
              </a:spcBef>
              <a:spcAft>
                <a:spcPts val="1200"/>
              </a:spcAft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spcBef>
                <a:spcPts val="1000"/>
              </a:spcBef>
              <a:buNone/>
              <a:defRPr sz="1600"/>
            </a:lvl2pPr>
            <a:lvl3pPr marL="914400" indent="0">
              <a:spcBef>
                <a:spcPts val="1000"/>
              </a:spcBef>
              <a:buNone/>
              <a:defRPr sz="1400"/>
            </a:lvl3pPr>
            <a:lvl4pPr marL="1371600" indent="0">
              <a:spcBef>
                <a:spcPts val="1000"/>
              </a:spcBef>
              <a:buNone/>
              <a:defRPr sz="1200"/>
            </a:lvl4pPr>
            <a:lvl5pPr marL="1828800" indent="0"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7D7C02B-3D3C-4EE3-FD24-A8346327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4" y="0"/>
            <a:ext cx="10287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27455DB-C065-6526-05CD-3AF8052A58AE}"/>
              </a:ext>
            </a:extLst>
          </p:cNvPr>
          <p:cNvSpPr/>
          <p:nvPr/>
        </p:nvSpPr>
        <p:spPr>
          <a:xfrm>
            <a:off x="0" y="0"/>
            <a:ext cx="1895474" cy="6858000"/>
          </a:xfrm>
          <a:prstGeom prst="rect">
            <a:avLst/>
          </a:prstGeom>
          <a:solidFill>
            <a:srgbClr val="E2E1DF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4B7D88-18D8-7250-6364-BECA6F653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4114800" cy="5059680"/>
          </a:xfrm>
        </p:spPr>
        <p:txBody>
          <a:bodyPr/>
          <a:lstStyle/>
          <a:p>
            <a:r>
              <a:rPr lang="en-US" dirty="0">
                <a:latin typeface="+mn-lt"/>
              </a:rPr>
              <a:t>Project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D5F39-EF49-BECB-8276-8B8A46F07AC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314450"/>
            <a:ext cx="5178425" cy="4629150"/>
          </a:xfrm>
        </p:spPr>
        <p:txBody>
          <a:bodyPr>
            <a:normAutofit/>
          </a:bodyPr>
          <a:lstStyle/>
          <a:p>
            <a:r>
              <a:rPr lang="en-US" dirty="0"/>
              <a:t>This project was created to provide a simple and organized way to manage stored tires, monitor their status, and keep all relevant information in one place.</a:t>
            </a:r>
          </a:p>
          <a:p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Key Features:</a:t>
            </a:r>
            <a:br>
              <a:rPr lang="en-US" dirty="0"/>
            </a:br>
            <a:endParaRPr lang="en-US" dirty="0"/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Tire inventory tracking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Vehicle assignment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Search and filtering capabilities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Storage status monitoring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Dashboard and statistics views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PDF document generation 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Centralized data management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C410-5B6D-3321-B7E2-9F67DB43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83920"/>
            <a:ext cx="10744200" cy="5059680"/>
          </a:xfrm>
        </p:spPr>
        <p:txBody>
          <a:bodyPr/>
          <a:lstStyle/>
          <a:p>
            <a:r>
              <a:rPr lang="en-US" dirty="0">
                <a:latin typeface="+mn-lt"/>
              </a:rPr>
              <a:t>Application Screenshots:</a:t>
            </a: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br>
              <a:rPr lang="en-US" b="1" dirty="0">
                <a:latin typeface="+mn-lt"/>
              </a:rPr>
            </a:br>
            <a:r>
              <a:rPr lang="en-US" sz="2000" dirty="0">
                <a:latin typeface="+mn-lt"/>
              </a:rPr>
              <a:t>Examples of the application's interface, including dashboards, views, forms, and reporting screens.</a:t>
            </a:r>
            <a:br>
              <a:rPr lang="en-US" dirty="0">
                <a:latin typeface="+mn-lt"/>
              </a:rPr>
            </a:br>
            <a:endParaRPr lang="en-US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663-13C0-C210-9FF3-D986249E8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16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1510A1E-9A87-46F7-A2AD-64FA53853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96" y="571500"/>
            <a:ext cx="11092111" cy="569594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7CBC773-C0F3-C263-C4C2-311610DC45CA}"/>
              </a:ext>
            </a:extLst>
          </p:cNvPr>
          <p:cNvSpPr/>
          <p:nvPr/>
        </p:nvSpPr>
        <p:spPr>
          <a:xfrm>
            <a:off x="946484" y="697832"/>
            <a:ext cx="264695" cy="88231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0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8FF81-F3FC-9562-F726-2D147157C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F7C9A1-A56E-FC1A-51DD-CF7392DC4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6" y="435249"/>
            <a:ext cx="10740193" cy="599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80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39DEA-2CEB-9C45-2170-DCADB6B7A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1" y="466961"/>
            <a:ext cx="10614662" cy="59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655320"/>
            <a:ext cx="4572000" cy="54864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569DC-1A68-51FF-4CCE-F334F8B3D5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503988" y="3086100"/>
            <a:ext cx="4572000" cy="1104900"/>
          </a:xfrm>
        </p:spPr>
        <p:txBody>
          <a:bodyPr/>
          <a:lstStyle/>
          <a:p>
            <a:r>
              <a:rPr lang="en-US" dirty="0"/>
              <a:t>Sladjana </a:t>
            </a:r>
            <a:r>
              <a:rPr lang="en-US" dirty="0" err="1"/>
              <a:t>Solarevic</a:t>
            </a:r>
            <a:endParaRPr lang="en-US" dirty="0"/>
          </a:p>
          <a:p>
            <a:r>
              <a:rPr lang="en-US" dirty="0"/>
              <a:t>sladjanasolarevic@hotmail.com</a:t>
            </a:r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66722518_win32_SD_v11" id="{6E195932-91F4-4861-8538-848409B20D97}" vid="{F5C82CE7-F5AC-4E30-975C-FD228ED220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Light sales pitch presentation</Template>
  <TotalTime>544</TotalTime>
  <Words>97</Words>
  <Application>Microsoft Office PowerPoint</Application>
  <PresentationFormat>Widescreen</PresentationFormat>
  <Paragraphs>22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Bodoni MT</vt:lpstr>
      <vt:lpstr>Calibri</vt:lpstr>
      <vt:lpstr>Source Sans Pro Light</vt:lpstr>
      <vt:lpstr>Custom</vt:lpstr>
      <vt:lpstr>PowerPoint Presentation</vt:lpstr>
      <vt:lpstr>Project Overview</vt:lpstr>
      <vt:lpstr>Application Screenshots:   Examples of the application's interface, including dashboards, views, forms, and reporting screens.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Aleksandar Jurkovic</dc:creator>
  <cp:lastModifiedBy>Aleksandar Jurkovic</cp:lastModifiedBy>
  <cp:revision>3</cp:revision>
  <dcterms:created xsi:type="dcterms:W3CDTF">2026-06-08T13:02:11Z</dcterms:created>
  <dcterms:modified xsi:type="dcterms:W3CDTF">2026-06-19T17:28:31Z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